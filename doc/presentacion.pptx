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242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5120640"/>
            <a:ext cx="914400" cy="640080"/>
          </a:xfrm>
          <a:prstGeom prst="line">
            <a:avLst/>
          </a:prstGeom>
          <a:noFill/>
          <a:ln w="19050">
            <a:solidFill>
              <a:srgbClr val="2B3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5760720"/>
            <a:ext cx="640080" cy="0"/>
          </a:xfrm>
          <a:prstGeom prst="line">
            <a:avLst/>
          </a:prstGeom>
          <a:noFill/>
          <a:ln w="19050">
            <a:solidFill>
              <a:srgbClr val="2B3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47120" y="4846320"/>
            <a:ext cx="0" cy="1188720"/>
          </a:xfrm>
          <a:prstGeom prst="line">
            <a:avLst/>
          </a:prstGeom>
          <a:noFill/>
          <a:ln w="19050">
            <a:solidFill>
              <a:srgbClr val="2B3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52560" y="6035040"/>
            <a:ext cx="2468880" cy="0"/>
          </a:xfrm>
          <a:prstGeom prst="line">
            <a:avLst/>
          </a:prstGeom>
          <a:noFill/>
          <a:ln w="19050">
            <a:solidFill>
              <a:srgbClr val="2B3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10344" y="5038344"/>
            <a:ext cx="164592" cy="164592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24744" y="5678424"/>
            <a:ext cx="164592" cy="164592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64824" y="4764024"/>
            <a:ext cx="164592" cy="164592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970264" y="5952744"/>
            <a:ext cx="164592" cy="164592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39144" y="5952744"/>
            <a:ext cx="164592" cy="164592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· AWS LAMBDA + DYNAMODB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List Serverless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40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AWS Lambda + DynamoDB · Vite + React en Vercel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Uval  ·  26 de septiembre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lista de tareas 100% serverless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85800" cy="685800"/>
          </a:xfrm>
          <a:prstGeom prst="ellipse">
            <a:avLst/>
          </a:prstGeom>
          <a:solidFill>
            <a:srgbClr val="FF990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serverless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042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servidores que mantener: pago por uso, escalado automático.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685800" cy="685800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1264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3042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NoSQL gestionada, capacidad on-demand (PAY_PER_REQUEST).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685800" cy="685800"/>
          </a:xfrm>
          <a:prstGeom prst="ellipse">
            <a:avLst/>
          </a:prstGeom>
          <a:solidFill>
            <a:srgbClr val="5B8DE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749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v2 + Lambda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1330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expuesto como HTTP API con CORS, sin servidor propio.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685800" cy="685800"/>
          </a:xfrm>
          <a:prstGeom prst="ellipse">
            <a:avLst/>
          </a:prstGeom>
          <a:solidFill>
            <a:srgbClr val="B15BD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126480" y="3749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B1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 Vercel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41330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desacoplado del backend, unidos por una API pública.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web a la base de datos, en 4 saltos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B8DEF"/>
            </a:solidFill>
            <a:prstDash val="solid"/>
          </a:ln>
          <a:effectLst>
            <a:outerShdw blurRad="762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26664" y="3401568"/>
            <a:ext cx="393192" cy="237744"/>
          </a:xfrm>
          <a:prstGeom prst="rightArrow">
            <a:avLst/>
          </a:prstGeom>
          <a:solidFill>
            <a:srgbClr val="5B64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283464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blurRad="762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7472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+ CORS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61304" y="3401568"/>
            <a:ext cx="393192" cy="237744"/>
          </a:xfrm>
          <a:prstGeom prst="rightArrow">
            <a:avLst/>
          </a:prstGeom>
          <a:solidFill>
            <a:srgbClr val="5B64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3FB68B"/>
            </a:solidFill>
            <a:prstDash val="solid"/>
          </a:ln>
          <a:effectLst>
            <a:outerShdw blurRad="762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0936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95944" y="3401568"/>
            <a:ext cx="393192" cy="237744"/>
          </a:xfrm>
          <a:prstGeom prst="rightArrow">
            <a:avLst/>
          </a:prstGeom>
          <a:solidFill>
            <a:srgbClr val="5B64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0" y="283464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15BD6"/>
            </a:solidFill>
            <a:prstDash val="solid"/>
          </a:ln>
          <a:effectLst>
            <a:outerShdw blurRad="762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0" y="3154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1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todo-tasks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 definido como código en terraform/ (lambda.tf, dynamodb.tf, apigateway.tf, iam.tf, outputs.tf).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solidFill>
            <a:srgbClr val="EDEFF5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de datos: { id (UUID), title, completed, createdAt, updatedAt 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pieza, la herramienta justa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11064240" cy="603504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874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· Python 3.12 · handler único como mini-router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32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5328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· tabla todo-tasks · PK id (String) · PAY_PER_REQUEST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36392"/>
            <a:ext cx="11064240" cy="603504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1912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19125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v2 (HTTP API) · CORS habilitado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496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8496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terraform/ (provider, iam, lambda, dynamodb, apigateway, outputs)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53128"/>
            <a:ext cx="11064240" cy="603504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4507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5079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+ TypeScript + Tailwind v4 · estética editorial (Playfair/Lora)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166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frontend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5166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plan Hobby · despliegue automático desde GitHub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LA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operaciones, un único handler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10881360" cy="0"/>
          </a:xfrm>
          <a:prstGeom prst="line">
            <a:avLst/>
          </a:prstGeom>
          <a:noFill/>
          <a:ln w="12700">
            <a:solidFill>
              <a:srgbClr val="D5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5B8DE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560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560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560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tareas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1868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2186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2186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2186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tarea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7705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5B8DE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38770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8770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/tasks/{id}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8770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tarea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F990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" y="45354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45354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/tasks/{id}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45354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(title / completed)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19379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D65B5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0080" y="5193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51937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/tasks/{id}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51937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tarea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casi sale mal (y cómo se resolvió)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4360" cy="594360"/>
          </a:xfrm>
          <a:prstGeom prst="ellipse">
            <a:avLst/>
          </a:prstGeom>
          <a:solidFill>
            <a:srgbClr val="FF990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830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v2, no Function URL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1284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Function URL pública de Lambda devolvía 403 por el nuevo "Block Public Access" de AWS (2024). Migrar a API Gateway v2 resolvió el acceso público.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94360" cy="594360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200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de mínimo privilegio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63016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 la Lambda solo tiene PutItem/GetItem/UpdateItem/DeleteItem/Scan sobre la tabla todo-tasks — nunca dynamodb:* ni Resource "*".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594360" cy="594360"/>
          </a:xfrm>
          <a:prstGeom prst="ellipse">
            <a:avLst/>
          </a:prstGeom>
          <a:solidFill>
            <a:srgbClr val="5B8DE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6177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URLs hardcodeadas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504748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recibe la URL de la API vía terraform output → VITE_API_URL. El código fuente nunca lleva la URL escrita a mano.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Generar cuesta céntimos; desplegar, cero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$1–2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con IA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14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5 · sesión completa de desarrollo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389120" y="2606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/mes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(backend)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114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DynamoDB + API Gateway, dentro de capa gratuita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138160" y="2606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B6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/mes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114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Hobby — más que suficiente para esta SPA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completo de tarifas (AWS, Vercel, Anthropic) en doc/COSTOS.md.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web, funcionando en producción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035040" cy="4572000"/>
          </a:xfrm>
          <a:prstGeom prst="roundRect">
            <a:avLst>
              <a:gd name="adj" fmla="val 1600"/>
            </a:avLst>
          </a:prstGeom>
          <a:solidFill>
            <a:srgbClr val="151A2B"/>
          </a:solidFill>
          <a:ln/>
          <a:effectLst>
            <a:outerShdw blurRad="1270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claude-chrome-screenshots-zhGCNJ/screenshot-1790448520480-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576072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965960"/>
            <a:ext cx="457200" cy="457200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903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1892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completar, editar y borrar tareas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231343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contra la API real desde el navegador.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03720" y="3383280"/>
            <a:ext cx="457200" cy="457200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9037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3310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real de extremo a extremo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373075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→ API Gateway v2 → Lambda → DynamoDB, sin mocks.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4800600"/>
            <a:ext cx="457200" cy="457200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9037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543800" y="47274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en red local y en producción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543800" y="51480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--host + IP LAN, y la URL pública de Vercel.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DEL ENUNCIADO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lo pedido, cumplido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84048" cy="384048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9019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100% Terraform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384048" cy="384048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6151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con acceso público (vía API Gateway v2)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384048" cy="384048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3284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accesible desde la Lambda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59936"/>
            <a:ext cx="384048" cy="384048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041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sin problemas de permisos (mínimo privilegio)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384048" cy="384048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con terraform apply -auto-approve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384048" cy="384048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19019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en Vite consumiendo la API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633472"/>
            <a:ext cx="384048" cy="384048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008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24" name="Text 22"/>
          <p:cNvSpPr txBox="1"/>
          <p:nvPr/>
        </p:nvSpPr>
        <p:spPr>
          <a:xfrm>
            <a:off x="6931152" y="26151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profesional (editorial, Tailwind)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346704"/>
            <a:ext cx="384048" cy="384048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40080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27" name="Text 25"/>
          <p:cNvSpPr txBox="1"/>
          <p:nvPr/>
        </p:nvSpPr>
        <p:spPr>
          <a:xfrm>
            <a:off x="6931152" y="33284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tareas y operaciones presentadas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4059936"/>
            <a:ext cx="384048" cy="384048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0080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30" name="Text 28"/>
          <p:cNvSpPr txBox="1"/>
          <p:nvPr/>
        </p:nvSpPr>
        <p:spPr>
          <a:xfrm>
            <a:off x="6931152" y="4041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Subido a GitHub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4773168"/>
            <a:ext cx="384048" cy="384048"/>
          </a:xfrm>
          <a:prstGeom prst="ellipse">
            <a:avLst/>
          </a:prstGeom>
          <a:solidFill>
            <a:srgbClr val="3FB6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40080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33" name="Text 31"/>
          <p:cNvSpPr txBox="1"/>
          <p:nvPr/>
        </p:nvSpPr>
        <p:spPr>
          <a:xfrm>
            <a:off x="6931152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Vercel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554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430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401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github.com/gusuval/1.4.50-aws-lambda-vite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14300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 producción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178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frontend-zeta-seven-28.vercel.app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75488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14300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956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egrruvkr3c.execute-api.us-east-2.amazonaws.com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PresentationFormat>Widescreen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List Serverless</dc:title>
  <dc:subject>PptxGenJS Presentation</dc:subject>
  <dc:creator>Gustavo Uval</dc:creator>
  <cp:lastModifiedBy>Gustavo Uval Araujo</cp:lastModifiedBy>
  <cp:revision>2</cp:revision>
  <dcterms:created xsi:type="dcterms:W3CDTF">2026-09-26T18:55:24Z</dcterms:created>
  <dcterms:modified xsi:type="dcterms:W3CDTF">2026-09-26T19:04:08Z</dcterms:modified>
</cp:coreProperties>
</file>