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A2B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5120640"/>
            <a:ext cx="914400" cy="640080"/>
          </a:xfrm>
          <a:prstGeom prst="line">
            <a:avLst/>
          </a:prstGeom>
          <a:noFill/>
          <a:ln w="19050">
            <a:solidFill>
              <a:srgbClr val="2B335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0" y="5760720"/>
            <a:ext cx="640080" cy="-914400"/>
          </a:xfrm>
          <a:prstGeom prst="line">
            <a:avLst/>
          </a:prstGeom>
          <a:noFill/>
          <a:ln w="19050">
            <a:solidFill>
              <a:srgbClr val="2B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47120" y="4846320"/>
            <a:ext cx="-2194560" cy="1188720"/>
          </a:xfrm>
          <a:prstGeom prst="line">
            <a:avLst/>
          </a:prstGeom>
          <a:noFill/>
          <a:ln w="19050">
            <a:solidFill>
              <a:srgbClr val="2B33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52560" y="6035040"/>
            <a:ext cx="2468880" cy="0"/>
          </a:xfrm>
          <a:prstGeom prst="line">
            <a:avLst/>
          </a:prstGeom>
          <a:noFill/>
          <a:ln w="19050">
            <a:solidFill>
              <a:srgbClr val="2B33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10344" y="5038344"/>
            <a:ext cx="164592" cy="164592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8" name="Shape 6"/>
          <p:cNvSpPr/>
          <p:nvPr/>
        </p:nvSpPr>
        <p:spPr>
          <a:xfrm>
            <a:off x="10524744" y="5678424"/>
            <a:ext cx="164592" cy="164592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9" name="Shape 7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0" name="Shape 8"/>
          <p:cNvSpPr/>
          <p:nvPr/>
        </p:nvSpPr>
        <p:spPr>
          <a:xfrm>
            <a:off x="8970264" y="5952744"/>
            <a:ext cx="164592" cy="164592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39144" y="5952744"/>
            <a:ext cx="164592" cy="164592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2331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· AWS LAMBDA + DYNAMODB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6974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List Serverless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40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+ AWS Lambda + DynamoDB · Vite + React en Vercel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Gustavo Uval  ·  26 de septiembre de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DEL PROYECTO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lista de tareas 100% serverless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685800" cy="685800"/>
          </a:xfrm>
          <a:prstGeom prst="ellipse">
            <a:avLst/>
          </a:prstGeom>
          <a:solidFill>
            <a:srgbClr val="FF9900">
              <a:alpha val="1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serverless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30428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servidores que mantener: pago por uso, escalado automático.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26480" y="1920240"/>
            <a:ext cx="685800" cy="685800"/>
          </a:xfrm>
          <a:prstGeom prst="ellipse">
            <a:avLst/>
          </a:prstGeom>
          <a:solidFill>
            <a:srgbClr val="3FB68B">
              <a:alpha val="15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126480" y="1920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230428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NoSQL gestionada, capacidad on-demand (PAY_PER_REQUEST).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49040"/>
            <a:ext cx="685800" cy="685800"/>
          </a:xfrm>
          <a:prstGeom prst="ellipse">
            <a:avLst/>
          </a:prstGeom>
          <a:solidFill>
            <a:srgbClr val="5B8DEF">
              <a:alpha val="15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749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7033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v2 + Lambda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413308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expuesto como HTTP API con CORS, sin servidor propio.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26480" y="3749040"/>
            <a:ext cx="685800" cy="685800"/>
          </a:xfrm>
          <a:prstGeom prst="ellipse">
            <a:avLst/>
          </a:prstGeom>
          <a:solidFill>
            <a:srgbClr val="B15BD6">
              <a:alpha val="15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0" y="3749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37033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en Vercel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413308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React desacoplado del backend, unidos por una API pública.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web a la base de datos, en 4 saltos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834640"/>
            <a:ext cx="23317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5B8DEF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31546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React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26664" y="3401568"/>
            <a:ext cx="393192" cy="237744"/>
          </a:xfrm>
          <a:prstGeom prst="rightArrow">
            <a:avLst/>
          </a:prstGeom>
          <a:solidFill>
            <a:srgbClr val="5B6478"/>
          </a:solidFill>
          <a:ln/>
        </p:spPr>
      </p:sp>
      <p:sp>
        <p:nvSpPr>
          <p:cNvPr id="8" name="Shape 6"/>
          <p:cNvSpPr/>
          <p:nvPr/>
        </p:nvSpPr>
        <p:spPr>
          <a:xfrm>
            <a:off x="3474720" y="2834640"/>
            <a:ext cx="23317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F990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74720" y="31546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v2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API + CORS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61304" y="3401568"/>
            <a:ext cx="393192" cy="237744"/>
          </a:xfrm>
          <a:prstGeom prst="rightArrow">
            <a:avLst/>
          </a:prstGeom>
          <a:solidFill>
            <a:srgbClr val="5B6478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2834640"/>
            <a:ext cx="23317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3FB68B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09360" y="31546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695944" y="3401568"/>
            <a:ext cx="393192" cy="237744"/>
          </a:xfrm>
          <a:prstGeom prst="rightArrow">
            <a:avLst/>
          </a:prstGeom>
          <a:solidFill>
            <a:srgbClr val="5B6478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0" y="2834640"/>
            <a:ext cx="23317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B15BD6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0" y="31546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1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todo-tasks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anterior definido como código en terraform/ (lambda.tf, dynamodb.tf, apigateway.tf, iam.tf, outputs.tf).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solidFill>
            <a:srgbClr val="EDEFF5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 de datos: { id (UUID), title, completed, createdAt, updatedAt }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pieza, la herramienta justa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19656"/>
            <a:ext cx="11064240" cy="603504"/>
          </a:xfrm>
          <a:prstGeom prst="rect">
            <a:avLst/>
          </a:prstGeom>
          <a:solidFill>
            <a:srgbClr val="EEF1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8745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 · Python 3.12 · handler único como mini-router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328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53288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· tabla todo-tasks · PK id (String) · PAY_PER_REQUEST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136392"/>
            <a:ext cx="11064240" cy="603504"/>
          </a:xfrm>
          <a:prstGeom prst="rect">
            <a:avLst/>
          </a:prstGeom>
          <a:solidFill>
            <a:srgbClr val="EEF1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1912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3191256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v2 (HTTP API) · CORS habilitado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8496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384962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· terraform/ (provider, iam, lambda, dynamodb, apigateway, outputs)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53128"/>
            <a:ext cx="11064240" cy="603504"/>
          </a:xfrm>
          <a:prstGeom prst="rect">
            <a:avLst/>
          </a:prstGeom>
          <a:solidFill>
            <a:srgbClr val="EEF1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50799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50799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React + TypeScript + Tailwind v4 · estética editorial (Playfair/Lora)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166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frontend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51663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plan Hobby · despliegue automático desde GitHub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LA 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operaciones, un único handler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19659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350008"/>
            <a:ext cx="10881360" cy="0"/>
          </a:xfrm>
          <a:prstGeom prst="line">
            <a:avLst/>
          </a:prstGeom>
          <a:noFill/>
          <a:ln w="12700">
            <a:solidFill>
              <a:srgbClr val="D5D9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56032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5B8DEF">
              <a:alpha val="15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603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8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25603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256032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 tareas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21868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3FB68B">
              <a:alpha val="15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21868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B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321868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321868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tarea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877056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5B8DEF">
              <a:alpha val="15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8770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8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651760" y="387705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/tasks/{id}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387705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Obtener tarea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535424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FF9900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53542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651760" y="453542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/tasks/{id}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760720" y="45354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(title / completed)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519379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65B5B">
              <a:alpha val="15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51937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5B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19379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/tasks/{id}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760720" y="519379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tarea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casi sale mal (y cómo se resolvió)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94360" cy="594360"/>
          </a:xfrm>
          <a:prstGeom prst="ellipse">
            <a:avLst/>
          </a:prstGeom>
          <a:solidFill>
            <a:srgbClr val="FF9900">
              <a:alpha val="1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7830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v2, no Function URL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21284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Function URL pública de Lambda devolvía 403 por el nuevo "Block Public Access" de AWS (2024). Migrar a API Gateway v2 resolvió el acceso público.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46120"/>
            <a:ext cx="594360" cy="594360"/>
          </a:xfrm>
          <a:prstGeom prst="ellipse">
            <a:avLst/>
          </a:prstGeom>
          <a:solidFill>
            <a:srgbClr val="3FB68B">
              <a:alpha val="15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246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2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2004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de mínimo privilegio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63016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rol de la Lambda solo tiene PutItem/GetItem/UpdateItem/DeleteItem/Scan sobre la tabla todo-tasks — nunca dynamodb:* ni Resource "*".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594360" cy="594360"/>
          </a:xfrm>
          <a:prstGeom prst="ellipse">
            <a:avLst/>
          </a:prstGeom>
          <a:solidFill>
            <a:srgbClr val="5B8DEF">
              <a:alpha val="15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6634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2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61772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URLs hardcodeadas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504748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frontend recibe la URL de la API vía terraform output → VITE_API_URL. El código fuente nunca lleva la URL escrita a mano.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Generar cuesta céntimos; desplegar, cero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60604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B8D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$1–2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657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con IA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14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5 · sesión completa de desarrollo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389120" y="260604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 /mes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3657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(backend)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4114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+ DynamoDB + API Gateway, dentro de capa gratuita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210312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138160" y="260604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FB6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 /mes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3657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(frontend)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4114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Hobby — más que suficiente para esta SPA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completo de tarifas (AWS, Vercel, Anthropic) en doc/COSTOS.md.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web, funcionando en producción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035040" cy="4572000"/>
          </a:xfrm>
          <a:prstGeom prst="roundRect">
            <a:avLst>
              <a:gd name="adj" fmla="val 1600"/>
            </a:avLst>
          </a:prstGeom>
          <a:solidFill>
            <a:srgbClr val="151A2B"/>
          </a:solidFill>
          <a:ln/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tmp/claude-chrome-screenshots-zhGCNJ/screenshot-1790448520480-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65960"/>
            <a:ext cx="5760720" cy="2834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03720" y="1965960"/>
            <a:ext cx="457200" cy="457200"/>
          </a:xfrm>
          <a:prstGeom prst="ellipse">
            <a:avLst/>
          </a:prstGeom>
          <a:solidFill>
            <a:srgbClr val="3FB68B">
              <a:alpha val="15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9037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543800" y="18928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completar, editar y borrar tareas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31343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 contra la API real desde el navegador.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03720" y="3383280"/>
            <a:ext cx="457200" cy="457200"/>
          </a:xfrm>
          <a:prstGeom prst="ellipse">
            <a:avLst/>
          </a:prstGeom>
          <a:solidFill>
            <a:srgbClr val="3FB68B">
              <a:alpha val="15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90372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543800" y="33101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real de extremo a extremo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543800" y="373075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→ API Gateway v2 → Lambda → DynamoDB, sin mocks.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903720" y="4800600"/>
            <a:ext cx="457200" cy="457200"/>
          </a:xfrm>
          <a:prstGeom prst="ellipse">
            <a:avLst/>
          </a:prstGeom>
          <a:solidFill>
            <a:srgbClr val="3FB68B">
              <a:alpha val="15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90372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543800" y="47274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en red local y en producción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543800" y="514807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--host + IP LAN, y la URL pública de Vercel.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DEL ENUNCIADO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lo pedido, cumplido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84048" cy="384048"/>
          </a:xfrm>
          <a:prstGeom prst="ellipse">
            <a:avLst/>
          </a:prstGeom>
          <a:solidFill>
            <a:srgbClr val="3FB68B">
              <a:alpha val="1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76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90195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100% Terraform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33472"/>
            <a:ext cx="384048" cy="384048"/>
          </a:xfrm>
          <a:prstGeom prst="ellipse">
            <a:avLst/>
          </a:prstGeom>
          <a:solidFill>
            <a:srgbClr val="3FB68B">
              <a:alpha val="15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76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61518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con acceso público (vía API Gateway v2)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346704"/>
            <a:ext cx="384048" cy="384048"/>
          </a:xfrm>
          <a:prstGeom prst="ellipse">
            <a:avLst/>
          </a:prstGeom>
          <a:solidFill>
            <a:srgbClr val="3FB68B">
              <a:alpha val="1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76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32841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accesible desde la Lambda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3FB68B">
              <a:alpha val="15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76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0416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sin problemas de permisos (mínimo privilegio)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73168"/>
            <a:ext cx="384048" cy="384048"/>
          </a:xfrm>
          <a:prstGeom prst="ellipse">
            <a:avLst/>
          </a:prstGeom>
          <a:solidFill>
            <a:srgbClr val="3FB68B">
              <a:alpha val="15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773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76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754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con terraform apply -auto-approve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0" y="1920240"/>
            <a:ext cx="384048" cy="384048"/>
          </a:xfrm>
          <a:prstGeom prst="ellipse">
            <a:avLst/>
          </a:prstGeom>
          <a:solidFill>
            <a:srgbClr val="3FB68B">
              <a:alpha val="15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76" dirty="0"/>
          </a:p>
        </p:txBody>
      </p:sp>
      <p:sp>
        <p:nvSpPr>
          <p:cNvPr id="21" name="Text 19"/>
          <p:cNvSpPr txBox="1"/>
          <p:nvPr/>
        </p:nvSpPr>
        <p:spPr>
          <a:xfrm>
            <a:off x="6931152" y="190195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en Vite consumiendo la API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0" y="2633472"/>
            <a:ext cx="384048" cy="384048"/>
          </a:xfrm>
          <a:prstGeom prst="ellipse">
            <a:avLst/>
          </a:prstGeom>
          <a:solidFill>
            <a:srgbClr val="3FB68B">
              <a:alpha val="15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76" dirty="0"/>
          </a:p>
        </p:txBody>
      </p:sp>
      <p:sp>
        <p:nvSpPr>
          <p:cNvPr id="24" name="Text 22"/>
          <p:cNvSpPr txBox="1"/>
          <p:nvPr/>
        </p:nvSpPr>
        <p:spPr>
          <a:xfrm>
            <a:off x="6931152" y="261518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profesional (editorial, Tailwind)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0" y="3346704"/>
            <a:ext cx="384048" cy="384048"/>
          </a:xfrm>
          <a:prstGeom prst="ellipse">
            <a:avLst/>
          </a:prstGeom>
          <a:solidFill>
            <a:srgbClr val="3FB68B">
              <a:alpha val="15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76" dirty="0"/>
          </a:p>
        </p:txBody>
      </p:sp>
      <p:sp>
        <p:nvSpPr>
          <p:cNvPr id="27" name="Text 25"/>
          <p:cNvSpPr txBox="1"/>
          <p:nvPr/>
        </p:nvSpPr>
        <p:spPr>
          <a:xfrm>
            <a:off x="6931152" y="332841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tareas y operaciones presentadas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0" y="4059936"/>
            <a:ext cx="384048" cy="384048"/>
          </a:xfrm>
          <a:prstGeom prst="ellipse">
            <a:avLst/>
          </a:prstGeom>
          <a:solidFill>
            <a:srgbClr val="3FB68B">
              <a:alpha val="1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0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76" dirty="0"/>
          </a:p>
        </p:txBody>
      </p:sp>
      <p:sp>
        <p:nvSpPr>
          <p:cNvPr id="30" name="Text 28"/>
          <p:cNvSpPr txBox="1"/>
          <p:nvPr/>
        </p:nvSpPr>
        <p:spPr>
          <a:xfrm>
            <a:off x="6931152" y="40416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Subido a GitHub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400800" y="4773168"/>
            <a:ext cx="384048" cy="384048"/>
          </a:xfrm>
          <a:prstGeom prst="ellipse">
            <a:avLst/>
          </a:prstGeom>
          <a:solidFill>
            <a:srgbClr val="3FB68B">
              <a:alpha val="15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0" y="4773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FB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76" dirty="0"/>
          </a:p>
        </p:txBody>
      </p:sp>
      <p:sp>
        <p:nvSpPr>
          <p:cNvPr id="33" name="Text 31"/>
          <p:cNvSpPr txBox="1"/>
          <p:nvPr/>
        </p:nvSpPr>
        <p:spPr>
          <a:xfrm>
            <a:off x="6931152" y="4754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Desplegado en Vercel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5544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22960" y="3200400"/>
            <a:ext cx="109728" cy="109728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34015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github.com/gusuval/1.4.50-aws-lambda-vite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109728" cy="109728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43000" y="3886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en producción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41788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frontend-zeta-seven-28.vercel.app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754880"/>
            <a:ext cx="109728" cy="109728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4663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pública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49560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egrruvkr3c.execute-api.us-east-2.amazonaws.com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Todo List Serverless</dc:title>
  <dc:subject>PptxGenJS Presentation</dc:subject>
  <dc:creator>Gustavo Uval</dc:creator>
  <cp:lastModifiedBy>Gustavo Uval</cp:lastModifiedBy>
  <cp:revision>1</cp:revision>
  <dcterms:created xsi:type="dcterms:W3CDTF">2026-09-26T18:55:24Z</dcterms:created>
  <dcterms:modified xsi:type="dcterms:W3CDTF">2026-09-26T18:55:24Z</dcterms:modified>
</cp:coreProperties>
</file>